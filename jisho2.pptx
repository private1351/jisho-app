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2" r:id="rId3"/>
    <p:sldId id="257" r:id="rId4"/>
    <p:sldId id="258" r:id="rId5"/>
    <p:sldId id="260" r:id="rId6"/>
    <p:sldId id="261" r:id="rId7"/>
    <p:sldId id="259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D4FA"/>
    <a:srgbClr val="FFD54F"/>
    <a:srgbClr val="6EB487"/>
    <a:srgbClr val="59C294"/>
    <a:srgbClr val="FFFF6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2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0E4D0-CCB1-4F58-9656-EA4A1A9FED8E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7A6791-249D-49F5-B943-7EAD063105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134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7A6791-249D-49F5-B943-7EAD06310514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7820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クイズ用のロゴ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7A6791-249D-49F5-B943-7EAD06310514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855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56D94E-0E99-9842-A142-3D7696042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CBCE48A-6EC7-C4B9-295A-E61FC4D684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F617BB-45C7-2C8F-3FC1-172F550D1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C6D11CA-F4B0-1C4C-40DD-8C08A4DA9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C1650-F6F4-8D70-A4FD-672138D2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1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5289DE-59A0-68BF-C0F4-5381B9EA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56C7BEC-CE40-30ED-DDEA-6D507C5F0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47276A-F53B-C51D-C6C2-65A91F61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0AC10A-153E-34C4-351F-1334DD3F9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D20E800-15BF-BCA5-6F9D-966C76562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2212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01FA54-A9D0-ADFC-CF04-BF3B224F9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91BC681-8E03-9B57-DFF8-F68EFA6A5F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DDA39D-2BC7-CC84-1FAC-7E37BB429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DB9EA9-00F5-48A2-C409-FABA1E361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87DFBB-9E0E-925F-4B3E-A8C43901E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6898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980A82-07F2-E9BA-FFB9-6445E6F1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0ED1F7-80C1-8A35-929C-CDC3986EA3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D5B2957-61F3-B021-250E-9853AB75D2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912AC28-3AFC-717D-2306-33588938F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33B8E80-BEA3-F800-9414-0DF68EAA0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B52B50-94C6-F7D7-616C-360B87496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730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A40F30-F8F4-CFAA-A265-9D23D3C0D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6E8CAF8-3871-D2C6-24D0-A50A42DDBD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467031-6444-D5C7-D65D-66311B6E3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47BEC44-14C1-5745-A7C7-CF74EEB0C1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2E6AA0C-C4EC-AB78-3CDE-ADBAE593BE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F7D7307-8318-A28F-B677-DC1A260C7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22D4531-42D5-5E32-21FA-74F987F12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FAAAE9-09F7-03EC-7F6A-71ED10E63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7335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9C3BDD-CA60-8E85-7E3F-030FA004F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82775D8-3951-1B59-EAE4-8D14F76ED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BCFCF40-1E77-E3BE-6301-CE8191A4C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DF54319-72B6-BD6A-45AB-2C3CCC48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967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28C6972-1465-DE1F-4480-805F85E83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1F75AB0-24F8-25A9-EE64-5AFA35AB2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B606B71-FF1E-432A-AB4F-E858EC84A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503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500F1E-C413-1579-F324-9F1561766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4FA08F5-1597-7BC3-DB6E-8F480C890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D39C54F-54DF-625C-D020-24A12734A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3B68FF5-E555-FC4D-8DB5-359B67832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411014-AFD3-4091-13FC-E9FAA5219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F35E90-31DF-2578-EE40-7CA65562B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8165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140442-C2BE-2279-E276-E77F746AA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4A6E75-AEF2-FA5F-81F9-EB0CFFA38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1B610A-CE67-F70D-22B8-0EAA153D0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91C108-D8C4-6594-14ED-C7B805E6C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06971D-A768-F774-1ED7-AB248EC2D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77179DA-F15B-DC32-D485-32B048817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2805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DD332B-65FD-28AA-5686-DC6D8B6F4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2E2F7C-67CB-F3CE-755A-802D78365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833496-43D9-86F6-B907-3EEA30A46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31A177-E6D8-C1C7-80B1-F076A840A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586F62-3ED9-870C-7F44-239299145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924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1318899-1570-0B8A-63E6-82D3D2186D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CF8E8B0-124D-58FB-2A54-7F84D375B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046DA6-D603-32B4-DD7E-7BD02783E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20BA03-F250-45FD-7694-C97CFCCFA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5F4DFC-90CD-27A0-6E3E-BDF75BBC6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363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8B24C56-10A8-2296-B5AE-1934F7F3A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13BCF9D-214B-ED1D-D7B3-593604323F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F73E93-0908-CD32-D2AD-3C67F7DF24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8E0C45-3984-47D8-90C8-E13972601C71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AE76D6-23EB-9EFF-7C1F-AD8DBA1325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CAB3B8-B7BF-64E9-6FD9-30A528D607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DFB86B-2037-41F9-8EAA-C1D06EBE9E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5774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CC1EAAE2-2329-7385-C7FF-8BDFEB563177}"/>
              </a:ext>
            </a:extLst>
          </p:cNvPr>
          <p:cNvGrpSpPr/>
          <p:nvPr/>
        </p:nvGrpSpPr>
        <p:grpSpPr>
          <a:xfrm>
            <a:off x="859971" y="1840252"/>
            <a:ext cx="10902042" cy="4508927"/>
            <a:chOff x="859971" y="1840252"/>
            <a:chExt cx="10902042" cy="4508927"/>
          </a:xfrm>
        </p:grpSpPr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7F4794C4-9604-D7B2-42E7-65C5D559AA9E}"/>
                </a:ext>
              </a:extLst>
            </p:cNvPr>
            <p:cNvSpPr txBox="1"/>
            <p:nvPr/>
          </p:nvSpPr>
          <p:spPr>
            <a:xfrm>
              <a:off x="859971" y="1894114"/>
              <a:ext cx="1338943" cy="4401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0" dirty="0">
                  <a:latin typeface="HGP明朝E" panose="02020900000000000000" pitchFamily="18" charset="-128"/>
                  <a:ea typeface="HGP明朝E" panose="02020900000000000000" pitchFamily="18" charset="-128"/>
                </a:rPr>
                <a:t>【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35E3E5C-768F-3850-88C4-DAB3AFE8884D}"/>
                </a:ext>
              </a:extLst>
            </p:cNvPr>
            <p:cNvSpPr txBox="1"/>
            <p:nvPr/>
          </p:nvSpPr>
          <p:spPr>
            <a:xfrm>
              <a:off x="10355941" y="1840252"/>
              <a:ext cx="1338943" cy="45089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8000" dirty="0">
                  <a:latin typeface="HGP明朝E" panose="02020900000000000000" pitchFamily="18" charset="-128"/>
                  <a:ea typeface="HGP明朝E" panose="02020900000000000000" pitchFamily="18" charset="-128"/>
                </a:rPr>
                <a:t>】</a:t>
              </a:r>
              <a:endParaRPr kumimoji="1" lang="en-US" altLang="ja-JP" sz="28000" dirty="0">
                <a:latin typeface="HGP明朝E" panose="02020900000000000000" pitchFamily="18" charset="-128"/>
                <a:ea typeface="HGP明朝E" panose="02020900000000000000" pitchFamily="18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C5D073A0-6451-D10C-89B9-475FE40262FF}"/>
                </a:ext>
              </a:extLst>
            </p:cNvPr>
            <p:cNvSpPr txBox="1"/>
            <p:nvPr/>
          </p:nvSpPr>
          <p:spPr>
            <a:xfrm>
              <a:off x="2632526" y="2209583"/>
              <a:ext cx="7723415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900" dirty="0" err="1">
                  <a:latin typeface="HGP明朝E" panose="02020900000000000000" pitchFamily="18" charset="-128"/>
                  <a:ea typeface="HGP明朝E" panose="02020900000000000000" pitchFamily="18" charset="-128"/>
                </a:rPr>
                <a:t>Jisho</a:t>
              </a:r>
              <a:endParaRPr kumimoji="1" lang="en-US" altLang="ja-JP" sz="23900" dirty="0">
                <a:latin typeface="HGP明朝E" panose="02020900000000000000" pitchFamily="18" charset="-128"/>
                <a:ea typeface="HGP明朝E" panose="02020900000000000000" pitchFamily="18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13F04111-3B85-5443-1D97-D01FF76C284E}"/>
                </a:ext>
              </a:extLst>
            </p:cNvPr>
            <p:cNvSpPr txBox="1"/>
            <p:nvPr/>
          </p:nvSpPr>
          <p:spPr>
            <a:xfrm>
              <a:off x="9376226" y="2345576"/>
              <a:ext cx="23857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1500" dirty="0">
                  <a:latin typeface="HGP明朝E" panose="02020900000000000000" pitchFamily="18" charset="-128"/>
                  <a:ea typeface="HGP明朝E" panose="02020900000000000000" pitchFamily="18" charset="-128"/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8819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9C29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1209479E-CB11-6E84-2277-2F66E295F4D4}"/>
              </a:ext>
            </a:extLst>
          </p:cNvPr>
          <p:cNvSpPr/>
          <p:nvPr/>
        </p:nvSpPr>
        <p:spPr>
          <a:xfrm>
            <a:off x="749797" y="4907078"/>
            <a:ext cx="9054206" cy="1141527"/>
          </a:xfrm>
          <a:prstGeom prst="round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0F54776-4EA3-7672-4D9A-D05398478A4E}"/>
              </a:ext>
            </a:extLst>
          </p:cNvPr>
          <p:cNvSpPr/>
          <p:nvPr/>
        </p:nvSpPr>
        <p:spPr>
          <a:xfrm>
            <a:off x="7275348" y="756261"/>
            <a:ext cx="2474510" cy="3883525"/>
          </a:xfrm>
          <a:prstGeom prst="roundRect">
            <a:avLst>
              <a:gd name="adj" fmla="val 7881"/>
            </a:avLst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90C750E9-13CB-9124-8A13-276DA987E900}"/>
              </a:ext>
            </a:extLst>
          </p:cNvPr>
          <p:cNvSpPr/>
          <p:nvPr/>
        </p:nvSpPr>
        <p:spPr>
          <a:xfrm>
            <a:off x="708319" y="776943"/>
            <a:ext cx="6333955" cy="3883524"/>
          </a:xfrm>
          <a:prstGeom prst="roundRect">
            <a:avLst>
              <a:gd name="adj" fmla="val 6183"/>
            </a:avLst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6D9159D-1527-4DDC-8E29-AA5F250AFC6A}"/>
              </a:ext>
            </a:extLst>
          </p:cNvPr>
          <p:cNvSpPr/>
          <p:nvPr/>
        </p:nvSpPr>
        <p:spPr>
          <a:xfrm>
            <a:off x="629807" y="4814360"/>
            <a:ext cx="9054206" cy="1141527"/>
          </a:xfrm>
          <a:prstGeom prst="roundRect">
            <a:avLst/>
          </a:prstGeom>
          <a:solidFill>
            <a:schemeClr val="bg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FE71FDA1-E8D2-5D5A-0113-4E11DEAFC9D9}"/>
              </a:ext>
            </a:extLst>
          </p:cNvPr>
          <p:cNvSpPr/>
          <p:nvPr/>
        </p:nvSpPr>
        <p:spPr>
          <a:xfrm>
            <a:off x="629807" y="707667"/>
            <a:ext cx="6333955" cy="3883524"/>
          </a:xfrm>
          <a:prstGeom prst="roundRect">
            <a:avLst>
              <a:gd name="adj" fmla="val 6183"/>
            </a:avLst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0E8A1D0-9537-2ECB-F64D-6402B8F72E3D}"/>
              </a:ext>
            </a:extLst>
          </p:cNvPr>
          <p:cNvSpPr/>
          <p:nvPr/>
        </p:nvSpPr>
        <p:spPr>
          <a:xfrm>
            <a:off x="1003103" y="5082288"/>
            <a:ext cx="2703444" cy="715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英単語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D747F7E-7DAA-F10A-7B3C-92FC8D96FDBA}"/>
              </a:ext>
            </a:extLst>
          </p:cNvPr>
          <p:cNvSpPr txBox="1"/>
          <p:nvPr/>
        </p:nvSpPr>
        <p:spPr>
          <a:xfrm>
            <a:off x="3896714" y="5178486"/>
            <a:ext cx="5420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の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787A87-06F8-339C-137E-F7F657C3A3F0}"/>
              </a:ext>
            </a:extLst>
          </p:cNvPr>
          <p:cNvSpPr txBox="1"/>
          <p:nvPr/>
        </p:nvSpPr>
        <p:spPr>
          <a:xfrm>
            <a:off x="6576967" y="5178486"/>
            <a:ext cx="5420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を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729665E-4881-8738-C963-D79C2142C1FA}"/>
              </a:ext>
            </a:extLst>
          </p:cNvPr>
          <p:cNvSpPr/>
          <p:nvPr/>
        </p:nvSpPr>
        <p:spPr>
          <a:xfrm>
            <a:off x="7320747" y="5043166"/>
            <a:ext cx="1209923" cy="738147"/>
          </a:xfrm>
          <a:prstGeom prst="round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75E9884-2F35-55E5-6B0A-F20F2CE6E20B}"/>
              </a:ext>
            </a:extLst>
          </p:cNvPr>
          <p:cNvSpPr/>
          <p:nvPr/>
        </p:nvSpPr>
        <p:spPr>
          <a:xfrm>
            <a:off x="4665341" y="5051808"/>
            <a:ext cx="1580985" cy="715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択一問題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5CF203F9-329C-42EE-D8A3-66AE82AFB847}"/>
              </a:ext>
            </a:extLst>
          </p:cNvPr>
          <p:cNvSpPr/>
          <p:nvPr/>
        </p:nvSpPr>
        <p:spPr>
          <a:xfrm>
            <a:off x="7277013" y="4990156"/>
            <a:ext cx="1209923" cy="738147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>
                <a:solidFill>
                  <a:schemeClr val="bg1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PLAY</a:t>
            </a:r>
            <a:endParaRPr kumimoji="1" lang="ja-JP" altLang="en-US" sz="2400" dirty="0">
              <a:solidFill>
                <a:schemeClr val="bg1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C27F492-3DA4-FDF3-10C6-2DE1CDC2DE4A}"/>
              </a:ext>
            </a:extLst>
          </p:cNvPr>
          <p:cNvSpPr txBox="1"/>
          <p:nvPr/>
        </p:nvSpPr>
        <p:spPr>
          <a:xfrm>
            <a:off x="937257" y="994732"/>
            <a:ext cx="8124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範囲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4B19724-15FF-0C5E-6778-E9DA22016343}"/>
              </a:ext>
            </a:extLst>
          </p:cNvPr>
          <p:cNvSpPr txBox="1"/>
          <p:nvPr/>
        </p:nvSpPr>
        <p:spPr>
          <a:xfrm>
            <a:off x="961455" y="3516252"/>
            <a:ext cx="92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形式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78686CE-FDBF-A877-C098-999004D042D5}"/>
              </a:ext>
            </a:extLst>
          </p:cNvPr>
          <p:cNvSpPr/>
          <p:nvPr/>
        </p:nvSpPr>
        <p:spPr>
          <a:xfrm>
            <a:off x="1443824" y="4079295"/>
            <a:ext cx="242621" cy="2226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D92B3FE-57C3-5BDB-0406-1AAD7AF77708}"/>
              </a:ext>
            </a:extLst>
          </p:cNvPr>
          <p:cNvSpPr txBox="1"/>
          <p:nvPr/>
        </p:nvSpPr>
        <p:spPr>
          <a:xfrm>
            <a:off x="1766518" y="3969716"/>
            <a:ext cx="1638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択一問題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54F5E39-2F6C-0CAA-1D5C-AF8CB06ECF72}"/>
              </a:ext>
            </a:extLst>
          </p:cNvPr>
          <p:cNvSpPr/>
          <p:nvPr/>
        </p:nvSpPr>
        <p:spPr>
          <a:xfrm>
            <a:off x="3619168" y="4075847"/>
            <a:ext cx="242621" cy="2226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E9016E7-2FE8-7673-CC9A-2B5A66E03427}"/>
              </a:ext>
            </a:extLst>
          </p:cNvPr>
          <p:cNvSpPr txBox="1"/>
          <p:nvPr/>
        </p:nvSpPr>
        <p:spPr>
          <a:xfrm>
            <a:off x="3941862" y="3966268"/>
            <a:ext cx="1638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記述問題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A6AF4621-FC12-7573-9270-35067AFD8BD7}"/>
              </a:ext>
            </a:extLst>
          </p:cNvPr>
          <p:cNvSpPr/>
          <p:nvPr/>
        </p:nvSpPr>
        <p:spPr>
          <a:xfrm>
            <a:off x="7209503" y="707666"/>
            <a:ext cx="2474510" cy="3883525"/>
          </a:xfrm>
          <a:prstGeom prst="roundRect">
            <a:avLst>
              <a:gd name="adj" fmla="val 7881"/>
            </a:avLst>
          </a:prstGeom>
          <a:solidFill>
            <a:srgbClr val="FFFF66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4343927-0240-A2B5-D1E9-DAD37EEA4481}"/>
              </a:ext>
            </a:extLst>
          </p:cNvPr>
          <p:cNvSpPr txBox="1"/>
          <p:nvPr/>
        </p:nvSpPr>
        <p:spPr>
          <a:xfrm>
            <a:off x="7327281" y="1317823"/>
            <a:ext cx="99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STEP1</a:t>
            </a:r>
            <a:endParaRPr kumimoji="1" lang="ja-JP" altLang="en-US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8D0FF15-1DC6-6337-0217-C5700C938A02}"/>
              </a:ext>
            </a:extLst>
          </p:cNvPr>
          <p:cNvSpPr txBox="1"/>
          <p:nvPr/>
        </p:nvSpPr>
        <p:spPr>
          <a:xfrm>
            <a:off x="7455825" y="1632001"/>
            <a:ext cx="21683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どの辞書から問題を出題するか選択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8C2C621-A22B-4CC8-8CEB-B2BA9FB713F1}"/>
              </a:ext>
            </a:extLst>
          </p:cNvPr>
          <p:cNvSpPr txBox="1"/>
          <p:nvPr/>
        </p:nvSpPr>
        <p:spPr>
          <a:xfrm>
            <a:off x="7351552" y="2481088"/>
            <a:ext cx="99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STEP2</a:t>
            </a:r>
            <a:endParaRPr kumimoji="1" lang="ja-JP" altLang="en-US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85C80B6-DB79-4DE5-6DC2-A66E388F7364}"/>
              </a:ext>
            </a:extLst>
          </p:cNvPr>
          <p:cNvSpPr txBox="1"/>
          <p:nvPr/>
        </p:nvSpPr>
        <p:spPr>
          <a:xfrm>
            <a:off x="7455824" y="2837927"/>
            <a:ext cx="216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出題形式を選択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D88AF24-D343-770C-18E5-63592FA6A8D7}"/>
              </a:ext>
            </a:extLst>
          </p:cNvPr>
          <p:cNvSpPr txBox="1"/>
          <p:nvPr/>
        </p:nvSpPr>
        <p:spPr>
          <a:xfrm>
            <a:off x="7351552" y="3357005"/>
            <a:ext cx="99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STEP3</a:t>
            </a:r>
            <a:endParaRPr kumimoji="1" lang="ja-JP" altLang="en-US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1C68087-ED66-DF07-F1D3-91816AF8C692}"/>
              </a:ext>
            </a:extLst>
          </p:cNvPr>
          <p:cNvSpPr txBox="1"/>
          <p:nvPr/>
        </p:nvSpPr>
        <p:spPr>
          <a:xfrm>
            <a:off x="8201510" y="3789432"/>
            <a:ext cx="1282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を押下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05497452-17B0-BAF9-E55C-C9265DB8B251}"/>
              </a:ext>
            </a:extLst>
          </p:cNvPr>
          <p:cNvSpPr/>
          <p:nvPr/>
        </p:nvSpPr>
        <p:spPr>
          <a:xfrm>
            <a:off x="7483156" y="3766854"/>
            <a:ext cx="722909" cy="41726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PLAY</a:t>
            </a:r>
            <a:endParaRPr kumimoji="1" lang="ja-JP" altLang="en-US" sz="1400" dirty="0">
              <a:solidFill>
                <a:schemeClr val="bg1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E8C2C27-0198-17E2-B0D6-ED8700364A65}"/>
              </a:ext>
            </a:extLst>
          </p:cNvPr>
          <p:cNvSpPr txBox="1"/>
          <p:nvPr/>
        </p:nvSpPr>
        <p:spPr>
          <a:xfrm>
            <a:off x="7186226" y="359033"/>
            <a:ext cx="2707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How To PLAY</a:t>
            </a:r>
            <a:endParaRPr kumimoji="1" lang="ja-JP" altLang="en-US" sz="2800" dirty="0">
              <a:ln w="12700">
                <a:solidFill>
                  <a:schemeClr val="tx1"/>
                </a:solidFill>
              </a:ln>
              <a:solidFill>
                <a:schemeClr val="bg1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A7D2E22-D0E0-925B-39E8-817B4603FFD3}"/>
              </a:ext>
            </a:extLst>
          </p:cNvPr>
          <p:cNvSpPr txBox="1"/>
          <p:nvPr/>
        </p:nvSpPr>
        <p:spPr>
          <a:xfrm>
            <a:off x="236571" y="214755"/>
            <a:ext cx="30598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600" dirty="0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Choose</a:t>
            </a:r>
            <a:endParaRPr kumimoji="1" lang="ja-JP" altLang="en-US" sz="3600" dirty="0">
              <a:ln w="12700">
                <a:solidFill>
                  <a:schemeClr val="tx1"/>
                </a:solidFill>
              </a:ln>
              <a:solidFill>
                <a:schemeClr val="bg1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9451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図形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93A9CBE-BF99-C91B-EF5E-2CC4390D89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53533" y="-126999"/>
            <a:ext cx="7791002" cy="37719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87029A9-5D43-F13B-4B12-836B93820B48}"/>
              </a:ext>
            </a:extLst>
          </p:cNvPr>
          <p:cNvSpPr txBox="1"/>
          <p:nvPr/>
        </p:nvSpPr>
        <p:spPr>
          <a:xfrm>
            <a:off x="395513" y="2569143"/>
            <a:ext cx="119343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rPr>
              <a:t>自分で書く、自分だけの辞書。自書辞書。</a:t>
            </a:r>
            <a:endParaRPr kumimoji="1" lang="en-US" altLang="ja-JP" sz="4800" dirty="0">
              <a:solidFill>
                <a:schemeClr val="tx1">
                  <a:lumMod val="65000"/>
                  <a:lumOff val="35000"/>
                </a:schemeClr>
              </a:solidFill>
              <a:latin typeface="HGP明朝E" panose="02020900000000000000" pitchFamily="18" charset="-128"/>
              <a:ea typeface="HGP明朝E" panose="02020900000000000000" pitchFamily="18" charset="-128"/>
            </a:endParaRPr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DBA8720-6E70-D385-C9AE-5DBFFECCA12F}"/>
              </a:ext>
            </a:extLst>
          </p:cNvPr>
          <p:cNvGrpSpPr/>
          <p:nvPr/>
        </p:nvGrpSpPr>
        <p:grpSpPr>
          <a:xfrm>
            <a:off x="10178759" y="1087181"/>
            <a:ext cx="1002395" cy="1066463"/>
            <a:chOff x="6483802" y="4318000"/>
            <a:chExt cx="1002395" cy="1066463"/>
          </a:xfrm>
        </p:grpSpPr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D4C718AD-1DF5-5E90-81DB-2D84006EE74C}"/>
                </a:ext>
              </a:extLst>
            </p:cNvPr>
            <p:cNvSpPr/>
            <p:nvPr/>
          </p:nvSpPr>
          <p:spPr>
            <a:xfrm>
              <a:off x="6483802" y="4368800"/>
              <a:ext cx="1002395" cy="101566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CBA4302-F186-23C7-8A14-47C15F00C778}"/>
                </a:ext>
              </a:extLst>
            </p:cNvPr>
            <p:cNvSpPr txBox="1"/>
            <p:nvPr/>
          </p:nvSpPr>
          <p:spPr>
            <a:xfrm>
              <a:off x="6483803" y="4318000"/>
              <a:ext cx="100239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6000" dirty="0">
                  <a:latin typeface="HGP明朝E" panose="02020900000000000000" pitchFamily="18" charset="-128"/>
                  <a:ea typeface="HGP明朝E" panose="02020900000000000000" pitchFamily="18" charset="-128"/>
                </a:rPr>
                <a:t>名</a:t>
              </a:r>
              <a:endParaRPr kumimoji="1" lang="en-US" altLang="ja-JP" sz="6000" dirty="0">
                <a:latin typeface="HGP明朝E" panose="02020900000000000000" pitchFamily="18" charset="-128"/>
                <a:ea typeface="HGP明朝E" panose="02020900000000000000" pitchFamily="18" charset="-128"/>
              </a:endParaRPr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BB59F9A-33D5-CC09-0736-60DB245C9216}"/>
              </a:ext>
            </a:extLst>
          </p:cNvPr>
          <p:cNvSpPr txBox="1"/>
          <p:nvPr/>
        </p:nvSpPr>
        <p:spPr>
          <a:xfrm>
            <a:off x="395513" y="3400140"/>
            <a:ext cx="119343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rPr>
              <a:t>「テストで間違えた単語を </a:t>
            </a:r>
            <a:r>
              <a:rPr kumimoji="1" lang="en-US" altLang="ja-JP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rPr>
              <a:t>—</a:t>
            </a:r>
            <a:r>
              <a:rPr kumimoji="1" lang="ja-JP" alt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rPr>
              <a:t> に登録する。」</a:t>
            </a:r>
            <a:endParaRPr kumimoji="1" lang="en-US" altLang="ja-JP" sz="4800" dirty="0">
              <a:solidFill>
                <a:schemeClr val="tx1">
                  <a:lumMod val="65000"/>
                  <a:lumOff val="35000"/>
                </a:schemeClr>
              </a:solidFill>
              <a:latin typeface="HGP明朝E" panose="02020900000000000000" pitchFamily="18" charset="-128"/>
              <a:ea typeface="HGP明朝E" panose="02020900000000000000" pitchFamily="18" charset="-128"/>
            </a:endParaRP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343D899F-FFCB-CD06-45AA-69857D02B268}"/>
              </a:ext>
            </a:extLst>
          </p:cNvPr>
          <p:cNvGrpSpPr/>
          <p:nvPr/>
        </p:nvGrpSpPr>
        <p:grpSpPr>
          <a:xfrm>
            <a:off x="5803066" y="1247123"/>
            <a:ext cx="2252363" cy="845509"/>
            <a:chOff x="5803066" y="1247123"/>
            <a:chExt cx="2252363" cy="845509"/>
          </a:xfrm>
        </p:grpSpPr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F019535F-47F6-F17C-F172-1F0BB0205473}"/>
                </a:ext>
              </a:extLst>
            </p:cNvPr>
            <p:cNvSpPr txBox="1"/>
            <p:nvPr/>
          </p:nvSpPr>
          <p:spPr>
            <a:xfrm>
              <a:off x="5803066" y="1247123"/>
              <a:ext cx="22523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4800" spc="-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HGP明朝E" panose="02020900000000000000" pitchFamily="18" charset="-128"/>
                  <a:ea typeface="HGP明朝E" panose="02020900000000000000" pitchFamily="18" charset="-128"/>
                </a:rPr>
                <a:t>/j</a:t>
              </a:r>
              <a:endParaRPr kumimoji="1" lang="en-US" altLang="ja-JP" sz="4800" spc="-3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4B167AB2-B618-85F8-011A-B2F3E8442EDB}"/>
                </a:ext>
              </a:extLst>
            </p:cNvPr>
            <p:cNvSpPr txBox="1"/>
            <p:nvPr/>
          </p:nvSpPr>
          <p:spPr>
            <a:xfrm>
              <a:off x="6643710" y="1261635"/>
              <a:ext cx="57566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4800" spc="-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HGP明朝E" panose="02020900000000000000" pitchFamily="18" charset="-128"/>
                  <a:ea typeface="HGP明朝E" panose="02020900000000000000" pitchFamily="18" charset="-128"/>
                </a:rPr>
                <a:t>s</a:t>
              </a:r>
              <a:endParaRPr kumimoji="1" lang="en-US" altLang="ja-JP" sz="4800" spc="-3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30359DBA-3B4A-C5A0-56AB-35245C5CA9FD}"/>
                </a:ext>
              </a:extLst>
            </p:cNvPr>
            <p:cNvSpPr txBox="1"/>
            <p:nvPr/>
          </p:nvSpPr>
          <p:spPr>
            <a:xfrm>
              <a:off x="7231724" y="1247124"/>
              <a:ext cx="6985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4800" spc="-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HGP明朝E" panose="02020900000000000000" pitchFamily="18" charset="-128"/>
                  <a:ea typeface="HGP明朝E" panose="02020900000000000000" pitchFamily="18" charset="-128"/>
                </a:rPr>
                <a:t>ò</a:t>
              </a:r>
              <a:endParaRPr kumimoji="1" lang="en-US" altLang="ja-JP" sz="4800" spc="-3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AAF3BD6C-8B36-D06B-204D-CA55A01632D3}"/>
                </a:ext>
              </a:extLst>
            </p:cNvPr>
            <p:cNvSpPr txBox="1"/>
            <p:nvPr/>
          </p:nvSpPr>
          <p:spPr>
            <a:xfrm>
              <a:off x="6181808" y="1247123"/>
              <a:ext cx="6985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4800" spc="-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HGP明朝E" panose="02020900000000000000" pitchFamily="18" charset="-128"/>
                  <a:ea typeface="HGP明朝E" panose="02020900000000000000" pitchFamily="18" charset="-128"/>
                </a:rPr>
                <a:t>í</a:t>
              </a:r>
              <a:endParaRPr kumimoji="1" lang="en-US" altLang="ja-JP" sz="4800" spc="-3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CC20B4E8-80D8-50FC-D456-9A9D9D69D924}"/>
                </a:ext>
              </a:extLst>
            </p:cNvPr>
            <p:cNvSpPr txBox="1"/>
            <p:nvPr/>
          </p:nvSpPr>
          <p:spPr>
            <a:xfrm>
              <a:off x="6982775" y="1261635"/>
              <a:ext cx="6985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4800" spc="-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HGP明朝E" panose="02020900000000000000" pitchFamily="18" charset="-128"/>
                  <a:ea typeface="HGP明朝E" panose="02020900000000000000" pitchFamily="18" charset="-128"/>
                </a:rPr>
                <a:t>h</a:t>
              </a:r>
            </a:p>
          </p:txBody>
        </p:sp>
      </p:grp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6871EC4-CAF9-52B7-D59A-850D78B1752E}"/>
              </a:ext>
            </a:extLst>
          </p:cNvPr>
          <p:cNvSpPr txBox="1"/>
          <p:nvPr/>
        </p:nvSpPr>
        <p:spPr>
          <a:xfrm>
            <a:off x="7783742" y="1265830"/>
            <a:ext cx="22523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spc="-3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rPr>
              <a:t>j</a:t>
            </a:r>
            <a:endParaRPr kumimoji="1" lang="en-US" altLang="ja-JP" sz="4800" spc="-300" dirty="0">
              <a:solidFill>
                <a:schemeClr val="tx1">
                  <a:lumMod val="65000"/>
                  <a:lumOff val="35000"/>
                </a:schemeClr>
              </a:solidFill>
              <a:latin typeface="HGP明朝E" panose="02020900000000000000" pitchFamily="18" charset="-128"/>
              <a:ea typeface="HGP明朝E" panose="02020900000000000000" pitchFamily="18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43D946-74D3-AEEA-A621-CD1EFEA94E11}"/>
              </a:ext>
            </a:extLst>
          </p:cNvPr>
          <p:cNvSpPr txBox="1"/>
          <p:nvPr/>
        </p:nvSpPr>
        <p:spPr>
          <a:xfrm>
            <a:off x="8337478" y="1246112"/>
            <a:ext cx="5756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spc="-3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rPr>
              <a:t>s</a:t>
            </a:r>
            <a:endParaRPr kumimoji="1" lang="en-US" altLang="ja-JP" sz="4800" spc="-300" dirty="0">
              <a:solidFill>
                <a:schemeClr val="tx1">
                  <a:lumMod val="65000"/>
                  <a:lumOff val="35000"/>
                </a:schemeClr>
              </a:solidFill>
              <a:latin typeface="HGP明朝E" panose="02020900000000000000" pitchFamily="18" charset="-128"/>
              <a:ea typeface="HGP明朝E" panose="020209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EC1DE0A-3505-E8DA-D994-B34E53CC1648}"/>
              </a:ext>
            </a:extLst>
          </p:cNvPr>
          <p:cNvSpPr txBox="1"/>
          <p:nvPr/>
        </p:nvSpPr>
        <p:spPr>
          <a:xfrm>
            <a:off x="8925492" y="1231601"/>
            <a:ext cx="11366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spc="-3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rPr>
              <a:t>ò/</a:t>
            </a:r>
            <a:endParaRPr kumimoji="1" lang="en-US" altLang="ja-JP" sz="4800" spc="-300" dirty="0">
              <a:solidFill>
                <a:schemeClr val="tx1">
                  <a:lumMod val="65000"/>
                  <a:lumOff val="35000"/>
                </a:schemeClr>
              </a:solidFill>
              <a:latin typeface="HGP明朝E" panose="02020900000000000000" pitchFamily="18" charset="-128"/>
              <a:ea typeface="HGP明朝E" panose="02020900000000000000" pitchFamily="18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A6D8786-3FF6-6CD4-99B2-D57200C408B7}"/>
              </a:ext>
            </a:extLst>
          </p:cNvPr>
          <p:cNvSpPr txBox="1"/>
          <p:nvPr/>
        </p:nvSpPr>
        <p:spPr>
          <a:xfrm>
            <a:off x="7875576" y="1231600"/>
            <a:ext cx="698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spc="-3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rPr>
              <a:t>í</a:t>
            </a:r>
            <a:endParaRPr kumimoji="1" lang="en-US" altLang="ja-JP" sz="4800" spc="-300" dirty="0">
              <a:solidFill>
                <a:schemeClr val="tx1">
                  <a:lumMod val="65000"/>
                  <a:lumOff val="35000"/>
                </a:schemeClr>
              </a:solidFill>
              <a:latin typeface="HGP明朝E" panose="02020900000000000000" pitchFamily="18" charset="-128"/>
              <a:ea typeface="HGP明朝E" panose="02020900000000000000" pitchFamily="18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9AA77C4-6DB9-4603-2976-3FD6AC5FD17D}"/>
              </a:ext>
            </a:extLst>
          </p:cNvPr>
          <p:cNvSpPr txBox="1"/>
          <p:nvPr/>
        </p:nvSpPr>
        <p:spPr>
          <a:xfrm>
            <a:off x="8676543" y="1246112"/>
            <a:ext cx="698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800" spc="-300" dirty="0">
                <a:solidFill>
                  <a:schemeClr val="tx1">
                    <a:lumMod val="65000"/>
                    <a:lumOff val="35000"/>
                  </a:schemeClr>
                </a:solidFill>
                <a:latin typeface="HGP明朝E" panose="02020900000000000000" pitchFamily="18" charset="-128"/>
                <a:ea typeface="HGP明朝E" panose="02020900000000000000" pitchFamily="18" charset="-128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162335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5CF0A11-1A30-CA01-662B-867D53927992}"/>
              </a:ext>
            </a:extLst>
          </p:cNvPr>
          <p:cNvSpPr txBox="1"/>
          <p:nvPr/>
        </p:nvSpPr>
        <p:spPr>
          <a:xfrm>
            <a:off x="2632541" y="450413"/>
            <a:ext cx="8695101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9900" dirty="0" err="1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Jisho</a:t>
            </a:r>
            <a:r>
              <a:rPr lang="en-US" altLang="ja-JP" sz="19900" dirty="0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?</a:t>
            </a:r>
          </a:p>
          <a:p>
            <a:r>
              <a:rPr lang="en-US" altLang="ja-JP" sz="19900" dirty="0" err="1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J</a:t>
            </a:r>
            <a:r>
              <a:rPr lang="en-US" altLang="ja-JP" sz="19900" dirty="0" err="1">
                <a:solidFill>
                  <a:srgbClr val="59C294"/>
                </a:solidFill>
                <a:latin typeface="Noto Sans JP Black" panose="020B0200000000000000" pitchFamily="50" charset="-128"/>
                <a:ea typeface="Noto Sans JP Black" panose="020B0200000000000000" pitchFamily="50" charset="-128"/>
              </a:rPr>
              <a:t>is</a:t>
            </a:r>
            <a:r>
              <a:rPr lang="en-US" altLang="ja-JP" sz="19900" dirty="0" err="1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ho</a:t>
            </a:r>
            <a:r>
              <a:rPr lang="en-US" altLang="ja-JP" sz="19900" dirty="0">
                <a:latin typeface="Noto Sans JP Black" panose="020B0200000000000000" pitchFamily="50" charset="-128"/>
                <a:ea typeface="Noto Sans JP Black" panose="020B0200000000000000" pitchFamily="50" charset="-128"/>
              </a:rPr>
              <a:t>!</a:t>
            </a:r>
            <a:endParaRPr kumimoji="1" lang="en-US" altLang="ja-JP" sz="19900" dirty="0">
              <a:latin typeface="Noto Sans JP Black" panose="020B0200000000000000" pitchFamily="50" charset="-128"/>
              <a:ea typeface="Noto Sans JP Black" panose="020B02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190C499-86A0-CF91-A641-E8ECB40E75E2}"/>
              </a:ext>
            </a:extLst>
          </p:cNvPr>
          <p:cNvSpPr/>
          <p:nvPr/>
        </p:nvSpPr>
        <p:spPr>
          <a:xfrm rot="2459194">
            <a:off x="8112129" y="2450809"/>
            <a:ext cx="635832" cy="3322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5744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2D6A1F-2232-3D52-C073-FBF1F0FB7C65}"/>
              </a:ext>
            </a:extLst>
          </p:cNvPr>
          <p:cNvSpPr txBox="1"/>
          <p:nvPr/>
        </p:nvSpPr>
        <p:spPr>
          <a:xfrm>
            <a:off x="578853" y="3374514"/>
            <a:ext cx="6327373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3800" dirty="0">
                <a:solidFill>
                  <a:schemeClr val="tx2"/>
                </a:solidFill>
                <a:latin typeface="GauFontDonutShop" panose="00000400000000000000" pitchFamily="2" charset="0"/>
              </a:rPr>
              <a:t>Dd)Dd)</a:t>
            </a:r>
            <a:endParaRPr kumimoji="1" lang="ja-JP" altLang="en-US" sz="13800" dirty="0">
              <a:solidFill>
                <a:schemeClr val="tx2"/>
              </a:solidFill>
              <a:latin typeface="GauFontDonutShop" panose="00000400000000000000" pitchFamily="2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BDCC2A8-2E43-91A0-6C3B-8FF71F524E0A}"/>
              </a:ext>
            </a:extLst>
          </p:cNvPr>
          <p:cNvSpPr txBox="1"/>
          <p:nvPr/>
        </p:nvSpPr>
        <p:spPr>
          <a:xfrm>
            <a:off x="505111" y="3295854"/>
            <a:ext cx="6327373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3800" dirty="0">
                <a:solidFill>
                  <a:srgbClr val="59C294"/>
                </a:solidFill>
                <a:latin typeface="GauFontDonutShop" panose="00000400000000000000" pitchFamily="2" charset="0"/>
              </a:rPr>
              <a:t>Dd)Dd)</a:t>
            </a:r>
            <a:endParaRPr kumimoji="1" lang="ja-JP" altLang="en-US" sz="13800" dirty="0">
              <a:solidFill>
                <a:srgbClr val="59C294"/>
              </a:solidFill>
              <a:latin typeface="GauFontDonutShop" panose="00000400000000000000" pitchFamily="2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59817A-1485-716F-AFE4-1348744CAC24}"/>
              </a:ext>
            </a:extLst>
          </p:cNvPr>
          <p:cNvSpPr txBox="1"/>
          <p:nvPr/>
        </p:nvSpPr>
        <p:spPr>
          <a:xfrm>
            <a:off x="6376220" y="3080411"/>
            <a:ext cx="4857135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600" dirty="0" err="1">
                <a:solidFill>
                  <a:srgbClr val="59C294"/>
                </a:solidFill>
                <a:latin typeface="GauFontDonutShop" panose="00000400000000000000" pitchFamily="2" charset="0"/>
              </a:rPr>
              <a:t>heR</a:t>
            </a:r>
            <a:endParaRPr kumimoji="1" lang="ja-JP" altLang="en-US" sz="16600" dirty="0">
              <a:solidFill>
                <a:srgbClr val="59C294"/>
              </a:solidFill>
              <a:latin typeface="GauFontDonutShop" panose="00000400000000000000" pitchFamily="2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0AF951-B902-23A0-C36A-0E4F7DE610F8}"/>
              </a:ext>
            </a:extLst>
          </p:cNvPr>
          <p:cNvSpPr txBox="1"/>
          <p:nvPr/>
        </p:nvSpPr>
        <p:spPr>
          <a:xfrm>
            <a:off x="6302479" y="3102990"/>
            <a:ext cx="4857135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600" dirty="0" err="1">
                <a:solidFill>
                  <a:srgbClr val="002060"/>
                </a:solidFill>
                <a:latin typeface="GauFontDonutShop" panose="00000400000000000000" pitchFamily="2" charset="0"/>
              </a:rPr>
              <a:t>heR</a:t>
            </a:r>
            <a:endParaRPr kumimoji="1" lang="ja-JP" altLang="en-US" sz="16600" dirty="0">
              <a:solidFill>
                <a:srgbClr val="002060"/>
              </a:solidFill>
              <a:latin typeface="GauFontDonutShop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05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EB4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CAFBA66-A65D-04E1-2420-0EF4750AA8D6}"/>
              </a:ext>
            </a:extLst>
          </p:cNvPr>
          <p:cNvSpPr txBox="1"/>
          <p:nvPr/>
        </p:nvSpPr>
        <p:spPr>
          <a:xfrm>
            <a:off x="4167804" y="4858583"/>
            <a:ext cx="48332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600" b="1" dirty="0">
                <a:ln w="76200">
                  <a:solidFill>
                    <a:srgbClr val="81D4FA"/>
                  </a:solidFill>
                </a:ln>
                <a:solidFill>
                  <a:srgbClr val="81D4FA"/>
                </a:solidFill>
                <a:latin typeface="Noto Sans JP Black" panose="020B0200000000000000" pitchFamily="50" charset="-128"/>
                <a:ea typeface="Noto Sans JP Black" panose="020B0200000000000000" pitchFamily="50" charset="-128"/>
              </a:rPr>
              <a:t>How To</a:t>
            </a:r>
            <a:endParaRPr lang="ja-JP" altLang="en-US" b="1" dirty="0">
              <a:ln w="76200">
                <a:solidFill>
                  <a:srgbClr val="81D4FA"/>
                </a:solidFill>
              </a:ln>
              <a:solidFill>
                <a:srgbClr val="81D4FA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F00E3F9-579A-78C0-9534-193F44D8AC92}"/>
              </a:ext>
            </a:extLst>
          </p:cNvPr>
          <p:cNvSpPr txBox="1"/>
          <p:nvPr/>
        </p:nvSpPr>
        <p:spPr>
          <a:xfrm>
            <a:off x="4600604" y="1865468"/>
            <a:ext cx="48332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600" b="1" dirty="0">
                <a:ln w="57150">
                  <a:solidFill>
                    <a:schemeClr val="bg1"/>
                  </a:solidFill>
                </a:ln>
                <a:solidFill>
                  <a:schemeClr val="bg1"/>
                </a:solidFill>
                <a:latin typeface="Noto Sans JP Black" panose="020B0200000000000000" pitchFamily="50" charset="-128"/>
                <a:ea typeface="Noto Sans JP Black" panose="020B0200000000000000" pitchFamily="50" charset="-128"/>
              </a:rPr>
              <a:t>Choose</a:t>
            </a:r>
            <a:endParaRPr lang="ja-JP" altLang="en-US" b="1" dirty="0">
              <a:ln w="57150"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C765B97-47B3-4C15-7DA4-107D5EBCD47A}"/>
              </a:ext>
            </a:extLst>
          </p:cNvPr>
          <p:cNvSpPr txBox="1"/>
          <p:nvPr/>
        </p:nvSpPr>
        <p:spPr>
          <a:xfrm>
            <a:off x="4600604" y="1907060"/>
            <a:ext cx="48332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600" b="1" dirty="0">
                <a:ln w="57150">
                  <a:solidFill>
                    <a:srgbClr val="FFD54F"/>
                  </a:solidFill>
                </a:ln>
                <a:solidFill>
                  <a:srgbClr val="FFD54F"/>
                </a:solidFill>
                <a:latin typeface="Noto Sans JP Black" panose="020B0200000000000000" pitchFamily="50" charset="-128"/>
                <a:ea typeface="Noto Sans JP Black" panose="020B0200000000000000" pitchFamily="50" charset="-128"/>
              </a:rPr>
              <a:t>Choose</a:t>
            </a:r>
            <a:endParaRPr lang="ja-JP" altLang="en-US" b="1" dirty="0">
              <a:ln w="57150">
                <a:solidFill>
                  <a:srgbClr val="FFD54F"/>
                </a:solidFill>
              </a:ln>
              <a:solidFill>
                <a:srgbClr val="FFD54F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D4408AD-1929-BCEB-D4EC-417B226A4BC5}"/>
              </a:ext>
            </a:extLst>
          </p:cNvPr>
          <p:cNvSpPr txBox="1"/>
          <p:nvPr/>
        </p:nvSpPr>
        <p:spPr>
          <a:xfrm>
            <a:off x="4600603" y="1950088"/>
            <a:ext cx="48332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600" b="1" dirty="0">
                <a:ln w="57150">
                  <a:solidFill>
                    <a:sysClr val="windowText" lastClr="000000"/>
                  </a:solidFill>
                </a:ln>
                <a:latin typeface="Noto Sans JP Black" panose="020B0200000000000000" pitchFamily="50" charset="-128"/>
                <a:ea typeface="Noto Sans JP Black" panose="020B0200000000000000" pitchFamily="50" charset="-128"/>
              </a:rPr>
              <a:t>Choose</a:t>
            </a:r>
            <a:endParaRPr lang="ja-JP" altLang="en-US" b="1" dirty="0">
              <a:ln w="57150"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D4AA48F-054D-6374-DEC1-E8A73E2F2224}"/>
              </a:ext>
            </a:extLst>
          </p:cNvPr>
          <p:cNvSpPr txBox="1"/>
          <p:nvPr/>
        </p:nvSpPr>
        <p:spPr>
          <a:xfrm>
            <a:off x="4167804" y="4858583"/>
            <a:ext cx="48332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600" b="1" dirty="0">
                <a:ln w="38100">
                  <a:solidFill>
                    <a:sysClr val="windowText" lastClr="000000"/>
                  </a:solidFill>
                </a:ln>
                <a:latin typeface="Noto Sans JP Black" panose="020B0200000000000000" pitchFamily="50" charset="-128"/>
                <a:ea typeface="Noto Sans JP Black" panose="020B0200000000000000" pitchFamily="50" charset="-128"/>
              </a:rPr>
              <a:t>How To</a:t>
            </a:r>
            <a:endParaRPr lang="ja-JP" altLang="en-US" b="1" dirty="0">
              <a:ln w="38100">
                <a:solidFill>
                  <a:sysClr val="windowText" lastClr="000000"/>
                </a:solidFill>
              </a:ln>
            </a:endParaRPr>
          </a:p>
        </p:txBody>
      </p:sp>
      <p:pic>
        <p:nvPicPr>
          <p:cNvPr id="14" name="図 13" descr="挿絵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D609398-70AA-E659-E7B1-445E061F2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15"/>
          <a:stretch/>
        </p:blipFill>
        <p:spPr>
          <a:xfrm>
            <a:off x="858958" y="2358619"/>
            <a:ext cx="4835283" cy="1306602"/>
          </a:xfrm>
          <a:prstGeom prst="rect">
            <a:avLst/>
          </a:prstGeom>
        </p:spPr>
      </p:pic>
      <p:pic>
        <p:nvPicPr>
          <p:cNvPr id="16" name="図 15" descr="テキスト, ロゴ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374AAA4-1A6D-9994-9C2B-698806AD13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189"/>
          <a:stretch/>
        </p:blipFill>
        <p:spPr>
          <a:xfrm>
            <a:off x="1257945" y="596794"/>
            <a:ext cx="4840825" cy="130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26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ロゴ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276CAC82-5F16-69F2-575A-072B6FFA53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89" t="5848" r="17160" b="18596"/>
          <a:stretch/>
        </p:blipFill>
        <p:spPr>
          <a:xfrm>
            <a:off x="2791327" y="838199"/>
            <a:ext cx="6994358" cy="5181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1306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924</TotalTime>
  <Words>103</Words>
  <Application>Microsoft Office PowerPoint</Application>
  <PresentationFormat>ワイド画面</PresentationFormat>
  <Paragraphs>49</Paragraphs>
  <Slides>7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5" baseType="lpstr">
      <vt:lpstr>HGP明朝E</vt:lpstr>
      <vt:lpstr>Noto Sans JP Black</vt:lpstr>
      <vt:lpstr>UD デジタル 教科書体 NK-B</vt:lpstr>
      <vt:lpstr>游ゴシック</vt:lpstr>
      <vt:lpstr>游ゴシック Light</vt:lpstr>
      <vt:lpstr>Arial</vt:lpstr>
      <vt:lpstr>GauFontDonutShop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熊田 愛</dc:creator>
  <cp:lastModifiedBy>熊田 愛</cp:lastModifiedBy>
  <cp:revision>7</cp:revision>
  <dcterms:created xsi:type="dcterms:W3CDTF">2025-12-18T08:13:08Z</dcterms:created>
  <dcterms:modified xsi:type="dcterms:W3CDTF">2026-02-27T05:01:22Z</dcterms:modified>
</cp:coreProperties>
</file>