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6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56D94E-0E99-9842-A142-3D7696042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CBCE48A-6EC7-C4B9-295A-E61FC4D684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F617BB-45C7-2C8F-3FC1-172F550D1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E0C45-3984-47D8-90C8-E13972601C7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6D11CA-F4B0-1C4C-40DD-8C08A4DA9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CC1650-F6F4-8D70-A4FD-672138D26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FB86B-2037-41F9-8EAA-C1D06EBE9E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61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5289DE-59A0-68BF-C0F4-5381B9EA9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56C7BEC-CE40-30ED-DDEA-6D507C5F0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47276A-F53B-C51D-C6C2-65A91F619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E0C45-3984-47D8-90C8-E13972601C7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0AC10A-153E-34C4-351F-1334DD3F9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20E800-15BF-BCA5-6F9D-966C76562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FB86B-2037-41F9-8EAA-C1D06EBE9E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2212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01FA54-A9D0-ADFC-CF04-BF3B224F9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91BC681-8E03-9B57-DFF8-F68EFA6A5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DDA39D-2BC7-CC84-1FAC-7E37BB429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E0C45-3984-47D8-90C8-E13972601C7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DB9EA9-00F5-48A2-C409-FABA1E361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87DFBB-9E0E-925F-4B3E-A8C43901E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FB86B-2037-41F9-8EAA-C1D06EBE9E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6898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980A82-07F2-E9BA-FFB9-6445E6F13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0ED1F7-80C1-8A35-929C-CDC3986EA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D5B2957-61F3-B021-250E-9853AB75D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912AC28-3AFC-717D-2306-33588938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E0C45-3984-47D8-90C8-E13972601C7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3B8E80-BEA3-F800-9414-0DF68EAA0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7B52B50-94C6-F7D7-616C-360B87496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FB86B-2037-41F9-8EAA-C1D06EBE9E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730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A40F30-F8F4-CFAA-A265-9D23D3C0D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E8CAF8-3871-D2C6-24D0-A50A42DDB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467031-6444-D5C7-D65D-66311B6E32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47BEC44-14C1-5745-A7C7-CF74EEB0C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2E6AA0C-C4EC-AB78-3CDE-ADBAE593BE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F7D7307-8318-A28F-B677-DC1A260C7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E0C45-3984-47D8-90C8-E13972601C7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22D4531-42D5-5E32-21FA-74F987F12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2FAAAE9-09F7-03EC-7F6A-71ED10E6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FB86B-2037-41F9-8EAA-C1D06EBE9E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7335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9C3BDD-CA60-8E85-7E3F-030FA004F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82775D8-3951-1B59-EAE4-8D14F76ED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E0C45-3984-47D8-90C8-E13972601C7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BCFCF40-1E77-E3BE-6301-CE8191A4C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DF54319-72B6-BD6A-45AB-2C3CCC48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FB86B-2037-41F9-8EAA-C1D06EBE9E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9678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28C6972-1465-DE1F-4480-805F85E83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E0C45-3984-47D8-90C8-E13972601C7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1F75AB0-24F8-25A9-EE64-5AFA35AB2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B606B71-FF1E-432A-AB4F-E858EC84A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FB86B-2037-41F9-8EAA-C1D06EBE9E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9503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500F1E-C413-1579-F324-9F1561766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4FA08F5-1597-7BC3-DB6E-8F480C890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D39C54F-54DF-625C-D020-24A12734A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3B68FF5-E555-FC4D-8DB5-359B67832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E0C45-3984-47D8-90C8-E13972601C7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0411014-AFD3-4091-13FC-E9FAA5219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DF35E90-31DF-2578-EE40-7CA65562B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FB86B-2037-41F9-8EAA-C1D06EBE9E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8165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140442-C2BE-2279-E276-E77F746AA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54A6E75-AEF2-FA5F-81F9-EB0CFFA383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D1B610A-CE67-F70D-22B8-0EAA153D0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91C108-D8C4-6594-14ED-C7B805E6C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E0C45-3984-47D8-90C8-E13972601C7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706971D-A768-F774-1ED7-AB248EC2D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77179DA-F15B-DC32-D485-32B048817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FB86B-2037-41F9-8EAA-C1D06EBE9E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2805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DD332B-65FD-28AA-5686-DC6D8B6F4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52E2F7C-67CB-F3CE-755A-802D78365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833496-43D9-86F6-B907-3EEA30A46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E0C45-3984-47D8-90C8-E13972601C7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31A177-E6D8-C1C7-80B1-F076A840A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586F62-3ED9-870C-7F44-239299145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FB86B-2037-41F9-8EAA-C1D06EBE9E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9245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1318899-1570-0B8A-63E6-82D3D2186D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CF8E8B0-124D-58FB-2A54-7F84D375B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046DA6-D603-32B4-DD7E-7BD02783E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E0C45-3984-47D8-90C8-E13972601C7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20BA03-F250-45FD-7694-C97CFCCFA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5F4DFC-90CD-27A0-6E3E-BDF75BBC6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FB86B-2037-41F9-8EAA-C1D06EBE9E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3630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8B24C56-10A8-2296-B5AE-1934F7F3A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13BCF9D-214B-ED1D-D7B3-593604323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F73E93-0908-CD32-D2AD-3C67F7DF24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8E0C45-3984-47D8-90C8-E13972601C7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AE76D6-23EB-9EFF-7C1F-AD8DBA1325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CAB3B8-B7BF-64E9-6FD9-30A528D607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DFB86B-2037-41F9-8EAA-C1D06EBE9E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5774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CC1EAAE2-2329-7385-C7FF-8BDFEB563177}"/>
              </a:ext>
            </a:extLst>
          </p:cNvPr>
          <p:cNvGrpSpPr/>
          <p:nvPr/>
        </p:nvGrpSpPr>
        <p:grpSpPr>
          <a:xfrm>
            <a:off x="859971" y="1840252"/>
            <a:ext cx="10902042" cy="4508927"/>
            <a:chOff x="859971" y="1840252"/>
            <a:chExt cx="10902042" cy="4508927"/>
          </a:xfrm>
        </p:grpSpPr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7F4794C4-9604-D7B2-42E7-65C5D559AA9E}"/>
                </a:ext>
              </a:extLst>
            </p:cNvPr>
            <p:cNvSpPr txBox="1"/>
            <p:nvPr/>
          </p:nvSpPr>
          <p:spPr>
            <a:xfrm>
              <a:off x="859971" y="1894114"/>
              <a:ext cx="1338943" cy="4401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8000" dirty="0">
                  <a:latin typeface="HGP明朝E" panose="02020900000000000000" pitchFamily="18" charset="-128"/>
                  <a:ea typeface="HGP明朝E" panose="02020900000000000000" pitchFamily="18" charset="-128"/>
                </a:rPr>
                <a:t>【</a:t>
              </a: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A35E3E5C-768F-3850-88C4-DAB3AFE8884D}"/>
                </a:ext>
              </a:extLst>
            </p:cNvPr>
            <p:cNvSpPr txBox="1"/>
            <p:nvPr/>
          </p:nvSpPr>
          <p:spPr>
            <a:xfrm>
              <a:off x="10355941" y="1840252"/>
              <a:ext cx="1338943" cy="4508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8000" dirty="0">
                  <a:latin typeface="HGP明朝E" panose="02020900000000000000" pitchFamily="18" charset="-128"/>
                  <a:ea typeface="HGP明朝E" panose="02020900000000000000" pitchFamily="18" charset="-128"/>
                </a:rPr>
                <a:t>】</a:t>
              </a:r>
              <a:endParaRPr kumimoji="1" lang="en-US" altLang="ja-JP" sz="28000" dirty="0">
                <a:latin typeface="HGP明朝E" panose="02020900000000000000" pitchFamily="18" charset="-128"/>
                <a:ea typeface="HGP明朝E" panose="02020900000000000000" pitchFamily="18" charset="-128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C5D073A0-6451-D10C-89B9-475FE40262FF}"/>
                </a:ext>
              </a:extLst>
            </p:cNvPr>
            <p:cNvSpPr txBox="1"/>
            <p:nvPr/>
          </p:nvSpPr>
          <p:spPr>
            <a:xfrm>
              <a:off x="2632526" y="2209583"/>
              <a:ext cx="7723415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3900" dirty="0" err="1">
                  <a:latin typeface="HGP明朝E" panose="02020900000000000000" pitchFamily="18" charset="-128"/>
                  <a:ea typeface="HGP明朝E" panose="02020900000000000000" pitchFamily="18" charset="-128"/>
                </a:rPr>
                <a:t>Jisho</a:t>
              </a:r>
              <a:endParaRPr kumimoji="1" lang="en-US" altLang="ja-JP" sz="23900" dirty="0">
                <a:latin typeface="HGP明朝E" panose="02020900000000000000" pitchFamily="18" charset="-128"/>
                <a:ea typeface="HGP明朝E" panose="02020900000000000000" pitchFamily="18" charset="-128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13F04111-3B85-5443-1D97-D01FF76C284E}"/>
                </a:ext>
              </a:extLst>
            </p:cNvPr>
            <p:cNvSpPr txBox="1"/>
            <p:nvPr/>
          </p:nvSpPr>
          <p:spPr>
            <a:xfrm>
              <a:off x="9376226" y="2345576"/>
              <a:ext cx="2385787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500" dirty="0">
                  <a:latin typeface="HGP明朝E" panose="02020900000000000000" pitchFamily="18" charset="-128"/>
                  <a:ea typeface="HGP明朝E" panose="02020900000000000000" pitchFamily="18" charset="-128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8819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図形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93A9CBE-BF99-C91B-EF5E-2CC4390D89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3533" y="-126999"/>
            <a:ext cx="7791002" cy="377190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019535F-47F6-F17C-F172-1F0BB0205473}"/>
              </a:ext>
            </a:extLst>
          </p:cNvPr>
          <p:cNvSpPr txBox="1"/>
          <p:nvPr/>
        </p:nvSpPr>
        <p:spPr>
          <a:xfrm>
            <a:off x="5803066" y="1247123"/>
            <a:ext cx="6211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8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HGP明朝E" panose="02020900000000000000" pitchFamily="18" charset="-128"/>
                <a:ea typeface="HGP明朝E" panose="02020900000000000000" pitchFamily="18" charset="-128"/>
              </a:rPr>
              <a:t>/</a:t>
            </a:r>
            <a:r>
              <a:rPr lang="en-US" altLang="ja-JP" sz="4800" spc="-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HGP明朝E" panose="02020900000000000000" pitchFamily="18" charset="-128"/>
                <a:ea typeface="HGP明朝E" panose="02020900000000000000" pitchFamily="18" charset="-128"/>
              </a:rPr>
              <a:t>jíshòjíshò</a:t>
            </a:r>
            <a:r>
              <a:rPr lang="en-US" altLang="ja-JP" sz="48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HGP明朝E" panose="02020900000000000000" pitchFamily="18" charset="-128"/>
                <a:ea typeface="HGP明朝E" panose="02020900000000000000" pitchFamily="18" charset="-128"/>
              </a:rPr>
              <a:t>/</a:t>
            </a:r>
            <a:endParaRPr kumimoji="1" lang="en-US" altLang="ja-JP" sz="4800" spc="-300" dirty="0">
              <a:solidFill>
                <a:schemeClr val="tx1">
                  <a:lumMod val="65000"/>
                  <a:lumOff val="35000"/>
                </a:schemeClr>
              </a:solidFill>
              <a:latin typeface="HGP明朝E" panose="02020900000000000000" pitchFamily="18" charset="-128"/>
              <a:ea typeface="HGP明朝E" panose="02020900000000000000" pitchFamily="18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87029A9-5D43-F13B-4B12-836B93820B48}"/>
              </a:ext>
            </a:extLst>
          </p:cNvPr>
          <p:cNvSpPr txBox="1"/>
          <p:nvPr/>
        </p:nvSpPr>
        <p:spPr>
          <a:xfrm>
            <a:off x="395513" y="2569143"/>
            <a:ext cx="119343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HGP明朝E" panose="02020900000000000000" pitchFamily="18" charset="-128"/>
                <a:ea typeface="HGP明朝E" panose="02020900000000000000" pitchFamily="18" charset="-128"/>
              </a:rPr>
              <a:t>自分で書く、自分だけの辞書。自書辞書。</a:t>
            </a:r>
            <a:endParaRPr kumimoji="1" lang="en-US" altLang="ja-JP" sz="4800" dirty="0">
              <a:solidFill>
                <a:schemeClr val="tx1">
                  <a:lumMod val="65000"/>
                  <a:lumOff val="35000"/>
                </a:schemeClr>
              </a:solidFill>
              <a:latin typeface="HGP明朝E" panose="02020900000000000000" pitchFamily="18" charset="-128"/>
              <a:ea typeface="HGP明朝E" panose="02020900000000000000" pitchFamily="18" charset="-128"/>
            </a:endParaRPr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DBA8720-6E70-D385-C9AE-5DBFFECCA12F}"/>
              </a:ext>
            </a:extLst>
          </p:cNvPr>
          <p:cNvGrpSpPr/>
          <p:nvPr/>
        </p:nvGrpSpPr>
        <p:grpSpPr>
          <a:xfrm>
            <a:off x="10319202" y="1129389"/>
            <a:ext cx="1002395" cy="1066463"/>
            <a:chOff x="6483802" y="4318000"/>
            <a:chExt cx="1002395" cy="1066463"/>
          </a:xfrm>
        </p:grpSpPr>
        <p:sp>
          <p:nvSpPr>
            <p:cNvPr id="11" name="四角形: 角を丸くする 10">
              <a:extLst>
                <a:ext uri="{FF2B5EF4-FFF2-40B4-BE49-F238E27FC236}">
                  <a16:creationId xmlns:a16="http://schemas.microsoft.com/office/drawing/2014/main" id="{D4C718AD-1DF5-5E90-81DB-2D84006EE74C}"/>
                </a:ext>
              </a:extLst>
            </p:cNvPr>
            <p:cNvSpPr/>
            <p:nvPr/>
          </p:nvSpPr>
          <p:spPr>
            <a:xfrm>
              <a:off x="6483802" y="4368800"/>
              <a:ext cx="1002395" cy="101566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8CBA4302-F186-23C7-8A14-47C15F00C778}"/>
                </a:ext>
              </a:extLst>
            </p:cNvPr>
            <p:cNvSpPr txBox="1"/>
            <p:nvPr/>
          </p:nvSpPr>
          <p:spPr>
            <a:xfrm>
              <a:off x="6483803" y="4318000"/>
              <a:ext cx="100239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6000" dirty="0">
                  <a:latin typeface="HGP明朝E" panose="02020900000000000000" pitchFamily="18" charset="-128"/>
                  <a:ea typeface="HGP明朝E" panose="02020900000000000000" pitchFamily="18" charset="-128"/>
                </a:rPr>
                <a:t>名</a:t>
              </a:r>
              <a:endParaRPr kumimoji="1" lang="en-US" altLang="ja-JP" sz="6000" dirty="0">
                <a:latin typeface="HGP明朝E" panose="02020900000000000000" pitchFamily="18" charset="-128"/>
                <a:ea typeface="HGP明朝E" panose="02020900000000000000" pitchFamily="18" charset="-128"/>
              </a:endParaRPr>
            </a:p>
          </p:txBody>
        </p:sp>
      </p:grp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BB59F9A-33D5-CC09-0736-60DB245C9216}"/>
              </a:ext>
            </a:extLst>
          </p:cNvPr>
          <p:cNvSpPr txBox="1"/>
          <p:nvPr/>
        </p:nvSpPr>
        <p:spPr>
          <a:xfrm>
            <a:off x="395513" y="3400140"/>
            <a:ext cx="119343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HGP明朝E" panose="02020900000000000000" pitchFamily="18" charset="-128"/>
                <a:ea typeface="HGP明朝E" panose="02020900000000000000" pitchFamily="18" charset="-128"/>
              </a:rPr>
              <a:t>「テストで間違えた単語を </a:t>
            </a:r>
            <a:r>
              <a:rPr kumimoji="1" lang="en-US" altLang="ja-JP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HGP明朝E" panose="02020900000000000000" pitchFamily="18" charset="-128"/>
                <a:ea typeface="HGP明朝E" panose="02020900000000000000" pitchFamily="18" charset="-128"/>
              </a:rPr>
              <a:t>—</a:t>
            </a:r>
            <a:r>
              <a:rPr kumimoji="1" lang="ja-JP" altLang="en-US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HGP明朝E" panose="02020900000000000000" pitchFamily="18" charset="-128"/>
                <a:ea typeface="HGP明朝E" panose="02020900000000000000" pitchFamily="18" charset="-128"/>
              </a:rPr>
              <a:t> に登録する。」</a:t>
            </a:r>
            <a:endParaRPr kumimoji="1" lang="en-US" altLang="ja-JP" sz="4800" dirty="0">
              <a:solidFill>
                <a:schemeClr val="tx1">
                  <a:lumMod val="65000"/>
                  <a:lumOff val="35000"/>
                </a:schemeClr>
              </a:solidFill>
              <a:latin typeface="HGP明朝E" panose="02020900000000000000" pitchFamily="18" charset="-128"/>
              <a:ea typeface="HGP明朝E" panose="020209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62335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32</Words>
  <Application>Microsoft Office PowerPoint</Application>
  <PresentationFormat>ワイド画面</PresentationFormat>
  <Paragraphs>8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HGP明朝E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熊田 愛</dc:creator>
  <cp:lastModifiedBy>熊田 愛</cp:lastModifiedBy>
  <cp:revision>1</cp:revision>
  <dcterms:created xsi:type="dcterms:W3CDTF">2025-12-18T08:13:08Z</dcterms:created>
  <dcterms:modified xsi:type="dcterms:W3CDTF">2025-12-18T08:45:00Z</dcterms:modified>
</cp:coreProperties>
</file>